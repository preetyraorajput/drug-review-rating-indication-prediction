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5" d="100"/>
          <a:sy n="85" d="100"/>
        </p:scale>
        <p:origin x="562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502311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103120"/>
            <a:ext cx="1054303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Predicting Patient Ratings and Indications</a:t>
            </a:r>
            <a:endParaRPr lang="en-US" sz="3200" dirty="0"/>
          </a:p>
          <a:p>
            <a:pPr marL="0" indent="0" algn="l">
              <a:buNone/>
            </a:pPr>
            <a:r>
              <a:rPr lang="en-US" sz="3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Drug Reviews Using Deep Learning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3840480"/>
            <a:ext cx="10543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Project 2  |  Deep Learning with LSTM Networks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5943600"/>
            <a:ext cx="10543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371600"/>
            <a:ext cx="10725912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deep learning model that reads a patient's drug review and predicts two things: the rating (1-10) and the medical condition (indication) the drug was taken for.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LSTM (Long Short-Term Memory) networks, which can understand word order and context in text.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whether deep learning is actually justified for this task by comparing it against simple, traditional machine learning baselines.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 every major claim with statistical testing, not just raw accuracy numbers.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1457432" y="64465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371600"/>
            <a:ext cx="676656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44,161 real patient drug reviews, collected from drugs.com.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Covers 40 drugs (36 unique medicines after combining brand and generic names, e.g. Ambien / Zolpidem).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review includes: drug name, review text, rating (1-10), and condition (indication).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7955280" y="1463040"/>
            <a:ext cx="3566160" cy="146304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955280" y="1600200"/>
            <a:ext cx="3566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44,161</a:t>
            </a:r>
            <a:endParaRPr lang="en-US" sz="3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reviews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7955280" y="3200400"/>
            <a:ext cx="3566160" cy="146304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955280" y="3337560"/>
            <a:ext cx="3566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3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 categories</a:t>
            </a:r>
            <a:endParaRPr lang="en-US" sz="3400" dirty="0"/>
          </a:p>
        </p:txBody>
      </p:sp>
      <p:sp>
        <p:nvSpPr>
          <p:cNvPr id="8" name="Text 6"/>
          <p:cNvSpPr txBox="1"/>
          <p:nvPr/>
        </p:nvSpPr>
        <p:spPr>
          <a:xfrm>
            <a:off x="11457432" y="64465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 — Real Problems We Found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371600"/>
            <a:ext cx="10725912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Drug-name bug: some reviews had the drug's own name stored as the "indication" instead of a real condition. Fixed for 153 rows.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Inconsistent condition names: the same condition was written in different ways (e.g. "Depression" and "Major Depressive Disorder"). Standardized 17 such entries into single categories.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Dropped columns not needed for modeling: date and duration.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cleaning: removed HTML tags, replaced numbers with a placeholder, removed punctuation, lowercased text, removed stopwords, and reduced words to their root form (lemmatization).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1457432" y="64465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Architecture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37160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1 — Rating (Regression)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828800"/>
            <a:ext cx="53035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 layer (word ID → 128-number vector)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Bidirectional LSTM (64 units)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Dropout (0.3)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 layer (32, ReLU)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1 number (predicted rating)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6400800" y="13716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2 — Indication (Classification)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6400800" y="1828800"/>
            <a:ext cx="51206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 layer (word ID → 128-number vector)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Bidirectional LSTM (64 units)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Dropout (0.3)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 layer (32, ReLU)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21 probabilities (softmax) — one per condition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5486400"/>
            <a:ext cx="107259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models use EarlyStopping and class_weight='balanced' to handle overfitting and class imbalance.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1457432" y="64465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Deep Learning Actually Justified?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234440"/>
            <a:ext cx="107259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fair traditional-ML baselines (TF-IDF + Ridge / Logistic Regression) on the same train-test split, to test whether the LSTM's results were real improvements.</a:t>
            </a:r>
            <a:endParaRPr lang="en-US" sz="1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2011680"/>
          <a:ext cx="10725912" cy="2377440"/>
        </p:xfrm>
        <a:graphic>
          <a:graphicData uri="http://schemas.openxmlformats.org/drawingml/2006/table">
            <a:tbl>
              <a:tblPr/>
              <a:tblGrid>
                <a:gridCol w="3840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381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472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Task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Baseline (simple model)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LSTM (deep learning)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Rating (MAE, lower is better)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1.91  (Ridge Regression)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1.73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Rating (R², higher is better)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0.4695  (Ridge Regression)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0.496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Indication (Accuracy)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67.59%  (Logistic Regression)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59.16%  (first attempt)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731520" y="4663440"/>
            <a:ext cx="107259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Logistic Regression baseline initially beat the LSTM on indication — a genuine, honest finding that led to further investigation (next slides).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11457432" y="64465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Investigating the Gap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371600"/>
            <a:ext cx="10725912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 matrix: showed the model's mistakes made sense (e.g. Anxiety/Depression, Diabetes/Weight Loss are genuinely similar and get confused).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Pretrained word embeddings (GloVe): gave the model a head start on word meaning instead of learning from scratch. Accuracy rose from 59.16% to 65.53% (average of 3 runs).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Frozen vs. fine-tuned embeddings: locking the pretrained knowledge hurt performance (51.22%) — the model needed to adapt it to drug-review language, not just borrow it.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testing (McNemar's test): confirmed the baseline's early advantage was real, not chance (p = 0.0000553).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Stability check: reran the best model 3 times — results stayed within half a point (65.84%, 65.01%, 65.74%), proving the result was reliable.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1457432" y="64465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Model — Adding Drug Identity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371600"/>
            <a:ext cx="658368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Idea: the review text alone doesn't clearly say which drug it's about — but the drug itself is a strong clue to the condition (many drugs are used for one thing).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 two-input model (Keras functional API): one branch reads the review text, a second small branch reads the drug's identity. Both are combined before the final prediction.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decisively beat the baseline, confirmed with McNemar's test (p ≈ 3.74 × 10⁻²²).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955280" y="1920240"/>
            <a:ext cx="3566160" cy="237744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955280" y="2103120"/>
            <a:ext cx="35661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72.23%</a:t>
            </a:r>
            <a:endParaRPr lang="en-US" sz="40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accuracy</a:t>
            </a:r>
            <a:endParaRPr lang="en-US" sz="40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(vs. 67.59% baseline)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11457432" y="64465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Results Summary — Indication Task</a:t>
            </a:r>
            <a:endParaRPr lang="en-US" sz="3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463040" y="1554480"/>
          <a:ext cx="9235440" cy="3291840"/>
        </p:xfrm>
        <a:graphic>
          <a:graphicData uri="http://schemas.openxmlformats.org/drawingml/2006/table">
            <a:tbl>
              <a:tblPr/>
              <a:tblGrid>
                <a:gridCol w="6217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Baseline (TF-IDF + Logistic Regression)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67.59%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LSTM, random embeddings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59.16%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LSTM, frozen pretrained embeddings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51.22%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LSTM, fine-tuned pretrained embeddings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65.53% (avg of 3 runs)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LSTM, fine-tuned embeddings + drug feature (final)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72.23%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1463040" y="5120640"/>
            <a:ext cx="9235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 task: LSTM MAE 1.73 / R² 0.496  —  vs. Ridge Regression baseline MAE 1.91 / R² 0.4695</a:t>
            </a:r>
            <a:endParaRPr lang="en-US" sz="1400" dirty="0"/>
          </a:p>
        </p:txBody>
      </p:sp>
      <p:sp>
        <p:nvSpPr>
          <p:cNvPr id="5" name="Text 2"/>
          <p:cNvSpPr txBox="1"/>
          <p:nvPr/>
        </p:nvSpPr>
        <p:spPr>
          <a:xfrm>
            <a:off x="11457432" y="64465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Relevance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371600"/>
            <a:ext cx="10725912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drug reviews are a growing source of real-world evidence — pharma companies, health platforms, and regulators use them to understand how a drug performs after approval, beyond controlled clinical trials.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patients never fill in the "condition" field. Predicting indication automatically fills a real data gap for platforms like drugs.com, GoodRx, or WebMD — improving search, filtering, and drug-comparison tools for other patients.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Saves manual labor: automatically cleans and tags millions of reviews instead of relying on people to review them one by one.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Saves cost in drug-safety monitoring: text-mining patient feedback at scale is far cheaper and faster than manual review — the same core idea used in pharmacovigilance, alongside formal systems like the FDA's FAERS.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Helps prioritize human attention: flags reviews most likely to be extreme or medically important, so reviewers focus where it matters most instead of reading everything.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1457432" y="64465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371600"/>
            <a:ext cx="10725912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 task: deep learning helps, but modestly — a well-regularized simple model (Ridge Regression) gets surprisingly close.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Indication task: a simple model initially won. Deep learning only pulled ahead once given information (drug identity) that a simple word-counting model structurally could not use.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major comparison was backed by a statistical significance test (McNemar's test), not just raw accuracy numbers.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Interpretability checks (word-removal test, confusion matrix) confirmed the models are learning real, sensible patterns — not noise.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1457432" y="64465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</TotalTime>
  <Words>1109</Words>
  <Application>Microsoft Office PowerPoint</Application>
  <PresentationFormat>Widescreen</PresentationFormat>
  <Paragraphs>109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Preety Rao</cp:lastModifiedBy>
  <cp:revision>4</cp:revision>
  <dcterms:created xsi:type="dcterms:W3CDTF">2026-09-03T18:14:31Z</dcterms:created>
  <dcterms:modified xsi:type="dcterms:W3CDTF">2026-09-04T04:15:35Z</dcterms:modified>
</cp:coreProperties>
</file>